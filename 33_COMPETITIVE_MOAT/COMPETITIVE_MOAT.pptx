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SEARCH_ENGINES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https://github.com/opensearch-project/OpenSearch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